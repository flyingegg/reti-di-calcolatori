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1258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14C18C-B6CB-463E-7859-BE2EE18D8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4A192B1-C9BB-969F-1047-B6D770D7C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0F45FD-1C21-303D-9AB1-432BE50D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5A90-C380-48A2-BF7C-14FB4224CD21}" type="datetimeFigureOut">
              <a:rPr lang="it-IT" smtClean="0"/>
              <a:t>30/08/2025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E6DF12-4977-F8CE-DC9C-830456A9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D52A50-2EE1-DAEC-C2F0-07AFC13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4483-91CC-4942-8DEE-957B2CEF48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657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40D803-188C-0E54-5D97-414FA809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DA07FE-9C03-F25B-E9F1-7CC91248D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8D1EC6-D766-3D44-9876-B15F543B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5A90-C380-48A2-BF7C-14FB4224CD21}" type="datetimeFigureOut">
              <a:rPr lang="it-IT" smtClean="0"/>
              <a:t>30/08/2025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DFB762-9C29-87E3-075C-713D0740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3D1469-4E75-ECBE-1921-0F797709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4483-91CC-4942-8DEE-957B2CEF48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6112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110B00-4310-CDAE-A5B6-777B96614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5CFC3D7-347C-8943-FEC5-256AA69C0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C7C922E-867D-372B-1DBF-20F51607B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5A90-C380-48A2-BF7C-14FB4224CD21}" type="datetimeFigureOut">
              <a:rPr lang="it-IT" smtClean="0"/>
              <a:t>30/08/2025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16A780-1AC5-A7EE-FCC5-92C7077FD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7D057AF-AEE5-23D8-0D85-3EA5752B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4483-91CC-4942-8DEE-957B2CEF48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0834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1048E5-02BA-A6D9-8420-6EF547A64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39DE19-FCEE-4640-2794-26AF1B950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99AA8C0-C09F-3C79-C13B-E137D46C3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825A336-57D8-ED28-FB8D-7754CEAF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5A90-C380-48A2-BF7C-14FB4224CD21}" type="datetimeFigureOut">
              <a:rPr lang="it-IT" smtClean="0"/>
              <a:t>30/08/2025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DE05EE2-53EF-EAEA-4949-E98CDBFC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0ACD42D-967C-985D-7790-FD68554C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4483-91CC-4942-8DEE-957B2CEF48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2075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D0575C-FC5E-3AF3-244F-DBCF6AEA7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5DB60E1-446A-9BAF-DFA8-81947397D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CD27C85-B236-37AE-6ADB-7F3F72C5D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46DBBB0-C7AC-DE4C-E214-C53F02AAD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5A8DA0C-47CF-48EF-8A76-21851177CD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53968B9-231E-0C7B-C973-20B4A195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5A90-C380-48A2-BF7C-14FB4224CD21}" type="datetimeFigureOut">
              <a:rPr lang="it-IT" smtClean="0"/>
              <a:t>30/08/2025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5011CBA-2FCC-4AB0-A89C-02718363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69CC529-878C-C6BB-201C-B9F4921B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4483-91CC-4942-8DEE-957B2CEF48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0292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46154B-D95B-AB87-7614-D16E1744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9886AD7-D58D-1A19-ED69-DC52ACF2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5A90-C380-48A2-BF7C-14FB4224CD21}" type="datetimeFigureOut">
              <a:rPr lang="it-IT" smtClean="0"/>
              <a:t>30/08/2025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A36B779-7344-A12A-5E44-834B0B565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FD26DC9-A956-1BDF-CF86-3FEC98A4E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4483-91CC-4942-8DEE-957B2CEF48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2785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2FC5928-FA7C-0FB7-967D-CC867433F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5A90-C380-48A2-BF7C-14FB4224CD21}" type="datetimeFigureOut">
              <a:rPr lang="it-IT" smtClean="0"/>
              <a:t>30/08/2025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68E7DFD-C2C3-3A07-92CE-8F1B8C5D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A41A59-77B6-E4C0-B934-BABD28AD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4483-91CC-4942-8DEE-957B2CEF48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1881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A68CCA-7F3D-8C04-02DC-E512174F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C51791-7818-3101-FD61-5DAB65161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E2C7D81-4BA1-6A06-F6E1-3E3FCF774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B0014BB-0906-5EE0-51E6-34EE253B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5A90-C380-48A2-BF7C-14FB4224CD21}" type="datetimeFigureOut">
              <a:rPr lang="it-IT" smtClean="0"/>
              <a:t>30/08/2025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11B8811-39F0-1058-4BF9-C7E59D85C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77BBBAD-66F5-1623-30D3-064CEDC78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4483-91CC-4942-8DEE-957B2CEF48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9303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87DBEA-255B-F383-7D98-E25178ADF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CD5D71E-7671-0784-4CC3-F818063E99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F9B3072-6E07-2A3F-B8C7-B5A6228AD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125D2F4-604F-E751-00A1-0C13C0140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5A90-C380-48A2-BF7C-14FB4224CD21}" type="datetimeFigureOut">
              <a:rPr lang="it-IT" smtClean="0"/>
              <a:t>30/08/2025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944D2DB-2519-5D0D-DAD4-3AB9EAC9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3E4023D-10DF-DF4A-AE7A-4C2055E8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4483-91CC-4942-8DEE-957B2CEF48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458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72B28E-8D92-9510-BACE-43B32AEC6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6204B14-881C-4DCE-2929-475F50191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EF0BFFA-B5B4-324A-C36D-CD6ADC7C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5A90-C380-48A2-BF7C-14FB4224CD21}" type="datetimeFigureOut">
              <a:rPr lang="it-IT" smtClean="0"/>
              <a:t>30/08/2025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50BE94E-3001-5B56-C5B7-661EED48B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CB9F2F1-67C6-0F7C-B83B-C7B362362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4483-91CC-4942-8DEE-957B2CEF48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939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5438E63-3A82-D44D-2BAF-8F59CA7C6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ACEC6C7-CE91-017C-E53E-C8DA5D0A5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E61460-DD80-1E15-86CC-DB8E6D494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5A90-C380-48A2-BF7C-14FB4224CD21}" type="datetimeFigureOut">
              <a:rPr lang="it-IT" smtClean="0"/>
              <a:t>30/08/2025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4FF15A-11AB-29D3-F2D5-66D7C9D3F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F01D84-600B-E247-65B7-AF5521E72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4483-91CC-4942-8DEE-957B2CEF48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577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0DF01CB-EAB1-0A4F-53BA-43ECCD56C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BB2768C-989B-3A2D-2CCE-794501FB5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595DBC-2210-11F0-6D09-D8F19AD2C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05A90-C380-48A2-BF7C-14FB4224CD21}" type="datetimeFigureOut">
              <a:rPr lang="it-IT" smtClean="0"/>
              <a:t>30/08/2025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E46A63-0F5D-7738-85FB-B2C794314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575EDE3-1E87-061B-7169-C81EAC113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4483-91CC-4942-8DEE-957B2CEF48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6574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261B7A4-B161-EE78-9818-7ACD661E5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183"/>
            <a:ext cx="12192000" cy="410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67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C26B6FC4-E44B-AEA5-7103-6744C6E1D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54" y="748384"/>
            <a:ext cx="11755491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721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Giacomo Rossi</dc:creator>
  <cp:lastModifiedBy>Giacomo Rossi</cp:lastModifiedBy>
  <cp:revision>1</cp:revision>
  <dcterms:created xsi:type="dcterms:W3CDTF">2025-08-30T09:32:09Z</dcterms:created>
  <dcterms:modified xsi:type="dcterms:W3CDTF">2025-08-30T11:57:42Z</dcterms:modified>
</cp:coreProperties>
</file>